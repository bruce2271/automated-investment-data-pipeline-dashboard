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07" d="100"/>
          <a:sy n="107" d="100"/>
        </p:scale>
        <p:origin x="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f9d991c1-b4a2-416e-9bfd-933c21a96629}">
  <we:reference id="WA200003233" version="2.0.0.3" store="en-US" storeType="OMEX"/>
  <we:alternateReferences/>
  <we:properties>
    <we:property name="Microsoft.Office.CampaignId" value="&quot;none&quot;"/>
    <we:property name="reportUrl" value="&quot;/groups/me/reports/3020a5a5-c037-43ad-9171-f6701467bc7a/68a099a89e2ec46b70c1?bookmarkGuid=b138e0f1-e151-4463-bd0e-7adbb8b76610&amp;bookmarkUsage=1&amp;ctid=44467e6f-462c-4ea2-823f-7800de5434e3&amp;fromEntryPoint=export&quot;"/>
    <we:property name="reportState" value="&quot;CONNECTED&quot;"/>
    <we:property name="artifactViewState" value="&quot;live&quot;"/>
    <we:property name="reportEmbeddedTime" value="&quot;2026-04-17T04:27:52.678Z&quot;"/>
    <we:property name="creatorSessionId" value="&quot;e9b601aa-978b-46c9-a3a8-21eaa943e9e4&quot;"/>
    <we:property name="creatorUserId" value="&quot;100320045A6CF017&quot;"/>
    <we:property name="creatorTenantId" value="&quot;44467e6f-462c-4ea2-823f-7800de5434e3&quot;"/>
    <we:property name="pageDisplayName" value="&quot;Page 1&quot;"/>
    <we:property name="pageName" value="&quot;68a099a89e2ec46b70c1&quot;"/>
    <we:property name="reportName" value="&quot;investing_dashboard&quot;"/>
    <we:property name="isVisualContainerHeaderHidden" value="false"/>
    <we:property name="isFiltersActionButtonVisible" value="true"/>
    <we:property name="initialStateBookmark" value="&quot;H4sIAAAAAAAAA+1baW/bOBD9K4aARbqA0+Whg+y3HC4QNEm9cZptsAgWPF1tZMmro4lb+L8vKck5XDtyEh9BGyAfLJIihzPvvRlJzHdHhtkwYqNjNlDOO2c3SS4HLL1sQaftxHXbx48fjnZOPvxzvHPUMc3JMA+TOHPefXdylvZVfhZmBYvsDKbx74u2w6Koy/r2SrMoU21nqNIsiVkUflPVYNOVp4Uatx11PYySlNkpeznLlZ32qxlurs3a8C02KzKRh19VT4m8avUJA5QyQhVSwvV5AIS1N6sGlJbNHGKnLpffS+KchbFZxrYFHmS+8AFFgglGCJI4sO06jPJ6CB91roep2Z3Z82hovbIjv7JYKOmUW0hVVln83dlLomJQ/urca+8lRSrUidJlV5yH+chM86nX6uWJuMycsXFGN02Mq8qODkvjMO5nLdN2PSp7vyRXe6kyPpLOOzBur82UQ5blxoxQqKeZsdPvp6rP8vqyswobS/zatvdFXMME/2jshWnJjFejGoa3iDit9pAJlpuY731haW6hzv81mLIIGE9QaNb89w7OPpeYWIWjL8a2l1GEAXURYhQgX3pIcTYfmzVjXc0kZYGHqC8w9T0uAmB2U8dpz3ijn5hVzP7b9UR2nrMJ65DxYpoMyhlrXRiYkTf2HyUDFeeFbavcZhzbdv76olJVeyOW4STaB1NuyRZ3WHVRrj7lqF7YN2pindR2zlhUlMJjpj0MzV6qsJbNZujW2cHnLTvS+vNi/DyK3Ox8nj33AQfXzI555h0ac7J8ih7gCfTos6KvpnmRpFKlu6MyrvthOlFpg6LOS9moJVPbEVBwjSQHHFKKhYRCuI1cCoQ2IxnEmgDNlIC+hM/jUnGXS0YLjphIk7VxqZj22YFZwKheki5GJwjOSzq15/dvo4eH1N3LIOSN+x7Y1IyMdRNbF0jGFdaekNTnLiD0NrZzGXukWFak6rk2nocqkq0TW/M8ZKRmWPqe57qA+Qh6gZDY+6kAuF95oBl70gzMw4HaQiYVbgN3G8BTAN6VfytH1P6sOMFmyRRRkZmdKLnLZpcVi8rnKlBnnT6zrKlhNXpaddNIyaq2EdyFnLqKU0hcArWGGDXW3fcB/5xIv09SdT1tZZeFczRjucX2zMXnaEEjxnLGI9W5XhBZcBpZy3NblWeZcoWnCYHQ8wQXvsZAN+ZZETBT6SLiAsApk1zQQP9UMvfIPLtn3Nzq7nVa58l5681vv7+QlAkRkNhlnh9wASiQEqPgNkynyfB44fhkBf+vUEZjpvHYm3SY339Ofjwz0j0VGfwvI44VSduTtbXVU8cu8XFtdXBjLr1b/rqVzJvQ2Hxl+yq3IBvVl0mVk5uK4NQq2/w7byA0Hq+QGTNled3Pdo3GPe/J7nIYrid9LCI/kzRiKnLhugHkGgDtBYqQxjQigedpNwBUUETtC5NAL1LSv5hA3SqtCgIMqdZEQsyRBwn32KvSvirtr6m0NSkwVuapweWGGVhiIgJN8C9dJXYPXkSB+Pj8YuegTGNBhEsw813tUV9K/vqg8EgIfIrVYBglI/tGdOM4uGUq41hjP1DIJ1QHrs8RvhOmExUx+9qhVNHVx2lX5VdKrTAJHCZXJiMlRSztDba5N2Qz5rU9O1I+ouM4uSrp0nZ2Bmb+vCzATsOB+hSHeV1CTHq20d0uVGag+yM/DYcL2Xm76r0J1v9+7WUU2fc49vNW3BRxAhD1PWVqaAZdiOEDH8Jf9XimHh8nsWbpoNVlozSJoqz15kNLqihnr8r8qsy/ljIv6ZNFXDNqWDFqKeXn5sVWS6S0ANT1tY8CgSB86Gv061GfRx71Wd/xqN2zuWe0nn7eyBmotF8y51tSa+2wWjJUZb+ov9AdsWt7qUqgzMxIcN+pPrfVd/TCb6rhFkroWx+4CGIS+ABjsj957h9v6ByUAgHFAUaaaE58IImUqrE00QGjwgOEE2Q240kG2J1zUC/kFVrtghW9Q9v/Bd6hzfLgZg4wrPsl2mz6NCbs5X1DbxbpTaly94/Ohtff3ez6c5L4yzpM0ISfKuP40OWugMQDgScDEnAV0MZSaakgh/j9tIXvban+lJQfmcCkc5J9X8VVLv4h39+mqac9ktkdbEwha18t8PS8m4ayr66MN9M7j8tVUpAsZzM8M0hkUz2ztW/ukMlVvFVLr/1ngWiC4R9mzHIDm7xXRnGSih+c3/4vQ1OFdLPzpcKvqo6wIJwiTDwlXIKQQKbqefqzxHKL+Bm2l65o9YpBttAH0TUR2tQcXuuQcfWkJ0yZxEX+rAN+G3X7ik4CNrm5pLYdMEsMkyLPhkyoLovVDJYaBLBYKrkgN9s2XmFdny3K5fH4fzYPY2ciNQAA&quot;"/>
    <we:property name="bookmark" value="&quot;H4sIAAAAAAAAA+1bWW/bRhD+KwKBwi2gtHvw2M1bfAQI6qRu5LgNijzMXgobilR5xFYC/ffukpQPRTJlW4eRGPCDubvcnZ35vm+G5Oqrp+JinMDkDYy099zbz7JPI8g/9bDX99KmDRMITQQCOI584JT6CGxvNi7jLC2851+9EvKhLs/iooLETWQb//nQ9yBJTmDorgwkhe57Y50XWQpJ/EU3g21XmVd62vf0xTjJcnBTDkootZv2sx1ur50Jv1K7Isgy/qwHWpZNa8gAcQ6Ma6KlH4oISWd20QyoLVs4xE1dL3+QpSXEqV3GtUUBhlCGiBMJEhgjikau3cRJ2Q4Rk6OLcW53Z/c8GTvnvFCfIZVaefUWcl00Fn/1DrKkGtX/Hd1oH2RVLvVbbequtIzLiZ3m3aA3KDP5qfCm1hkneWZdVXccQZ7G6bDo2baLSd37MTs/yLX1kfKeo2l/a6YcQ1FaM2Kp72fGi+Ew10Mo28ujTdhYw9i1vazSFib0W2M/2JbCejVpYXiFiNNmD4WE0sb84CPkpYO6+NdiyiFgOkOhXfPfazj7u8bEJhz9Yep6gROKuE8IcERCFRAtYDk2W+L6BhSHKCA8lJSHgZARsrtp43RgvTHM7Cp2//12IjfP2Yx1xHoxz0b1jK08jOzIS/tfZyOdlpVra9xmHdv3/vqoc916I1XxLNqv5txSrO6w5qJefc5Rg3ho1cQ5qe+dQVLVwmOnPY7tXpqw1s126N7Zq7/33Ejnzw/Th1HkcufL7LkJOLxldiwz79iaU5Rz9ED3oMcQqqGe50WWK53vT+q4Hsb5TKUtio4ey0YdmfqexFIYogQSmHMqFZbS7+RSJI0dCZgahgxoiUOFH8al6jqXrBa8BplnW+NSNe+zV3YBq3pZvhqdMHpf06m/vP8ZuX1I270OQl6675ZNLchYl7H1kQKhqQmk4qHwEeNXsV3K2NcaiirXD7XxfawT1Xvrap7bjDRAVRgEvi2+QoKDSCoafFcAPGw80I09ZQeW8UjvEZsKnyH/GcKnCD2v/zaOqMNFccLdkimTqrA70WofFpcVq8rnJlDnnL6wrGlhNblfddNJyaa2kcLHgvtacMx8ho3BlHTW3TcB/5BIv8xyfTFv5QnESzRjvcX2wsWXaEEnxkoQiT66WBFZeB5Z63Nbk2dB+zIwjGEcBFLI0FBkOvOsjMBWuoT5CAkOSkgeme9K5u6YZw+sm3snB0e999n73s8//fJIUiYmSFEfgjASEnGkFCXRVZhOs/GbleNTVOK/SluNmcfjYNZh//9z9s8DIz3QicX/OuLYkLQ/W9s4PfXcEn9srQ7uzKXXy1+/kXkbGpevXF/jFuKi+jip8vayIjh1yrb8zksITacbZMZCWd72s12ncQ97svs0jreTPlaRn1kasRW59P0IC4OQCSLNWGcaUSgIjB8hLjnh7oVJZFYp6R9NoK6UVkcRxdwYpjAVJMBMBPCktE9K+2MqbUsKSrV9avCFZQZVlMnIMPpDV4knrx5FgXj3/OLm4GCoZNJnFELfBDxUSjw9KNwRAu9SPRon2cS9Ed05Dq6YCoIaGkaahIybyA8FodfC9FYn4F471Cq6+Tjt6/Jc6w0mgePs3GakrEqVu8E1D8awYF7X80KpO3S8yc5ruvS9FyM7f1kXYKfxSL9L47ItIWY9z8j1LlJnoJsj343HK9l5teqNCbb/fu1xFNk3OPb9VtycCIYIDwNta2jAPqb4lg/hT3q8UI/fZKmBfNQ7gUmeJUnR+/n3ntJJCU/K/KTMP5Yyr+mTRdoyatwwai3l5+7F1iiijUTcD01IIkkwvu1r9NNRnzse9dne8aj9s6VntO5/3sgb6XxYM+dL1mrtuFky1nW/bL/QvYYLd6lroCzMSPjQaz63tXcM4i+64xbO+K8h8gmmLAoRpexw9tw/3dE5KI0iTiNKDDOChUgxpXRnaWIi4DJATDBiNxMoQHDtHNQjeYXWumBD79AOf4B3aIs8uJsDDNt+ibaYPp0Je33f0LtFeleqfPLb0Y7X39/t+kuS+OM6TNCFnybjhNgXvsQsQFGgIhYJHfHOUmmtIMf05byFL12pfp+Un9jA5EuS/VCnTS7+Jt9fpan7PZK5HexMIVtfrfD0vJ/HaqjPrTfza4/LTVJQUMICz4wy1VXP7B3aO1R2nu610ut+LJDMMPzNjEVpYVMO6ijOUvGt87vfMnRVSJc7Xyv8muqISiY4oSzQ0meESGKrnvs/S6y3iF9ge+2K3qAaFSt9EN0SoW3NEfSOQeh7PWGqLK3KBx3w26nbN3QSsMvNNbXdgEVimFVlMQapTyDVC1hqEQCp0qqDm/VPkC7JOZ3+D+nYVN/6NAAA&quot;"/>
    <we:property name="datasetId" value="&quot;d447f226-15a7-4fd8-a015-95cb0d2de77d&quot;"/>
    <we:property name="embedUrl" value="&quot;/reportEmbed?reportId=3020a5a5-c037-43ad-9171-f6701467bc7a&amp;config=eyJjbHVzdGVyVXJsIjoiaHR0cHM6Ly9XQUJJLVVTLU5PUlRILUNFTlRSQUwtSi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Bruce Lin</cp:lastModifiedBy>
  <cp:revision>3</cp:revision>
  <dcterms:created xsi:type="dcterms:W3CDTF">2018-06-07T21:39:02Z</dcterms:created>
  <dcterms:modified xsi:type="dcterms:W3CDTF">2026-04-17T04:29:06Z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